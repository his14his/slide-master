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  <Relationship Id="rId3" Type="http://schemas.openxmlformats.org/officeDocument/2006/relationships/image" Target="../media/image_36ab7e576a6a974f.jpg"/>
  <Relationship Id="rId4" Type="http://schemas.openxmlformats.org/officeDocument/2006/relationships/image" Target="../media/image_30dd70339d45d81f.jpg"/>
  <Relationship Id="rId5" Type="http://schemas.openxmlformats.org/officeDocument/2006/relationships/image" Target="../media/image_73160ae2817e8cd8.jp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786554edb06e0c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533400"/>
            <a:ext cx="2057400" cy="5715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90550" y="2179320"/>
            <a:ext cx="10991850" cy="1047750"/>
            <a:chOff x="590550" y="2179320"/>
            <a:chExt cx="10991850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2179320"/>
              <a:ext cx="103305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54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Manufacturing World 전시회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3200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4F77CF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7408" y="3493770"/>
            <a:ext cx="2754478" cy="469392"/>
            <a:chOff x="597408" y="3493770"/>
            <a:chExt cx="2754478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3493770"/>
              <a:ext cx="27544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장소 : 일본 오사카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0456" y="5273040"/>
            <a:ext cx="10981944" cy="622935"/>
            <a:chOff x="600456" y="5273040"/>
            <a:chExt cx="10981944" cy="622935"/>
          </a:xfrm>
        </p:grpSpPr>
        <p:sp>
          <p:nvSpPr>
            <p:cNvPr id="8" name="TextBox 8"/>
            <p:cNvSpPr txBox="1"/>
            <p:nvPr/>
          </p:nvSpPr>
          <p:spPr>
            <a:xfrm>
              <a:off x="600456" y="527304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4C5345"/>
                  </a:solidFill>
                  <a:latin typeface="Pretendard"/>
                  <a:ea typeface="Pretendard"/>
                  <a:cs typeface="Pretendard"/>
                </a:rPr>
                <a:t>출장 기간 1박2일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05856" y="5273040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2026-10-7~2026-10-8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5886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441198" y="650558"/>
            <a:ext cx="11293602" cy="673417"/>
            <a:chOff x="441198" y="650558"/>
            <a:chExt cx="11293602" cy="673417"/>
          </a:xfrm>
        </p:grpSpPr>
        <p:sp>
          <p:nvSpPr>
            <p:cNvPr id="3" name="TextBox 3"/>
            <p:cNvSpPr txBox="1"/>
            <p:nvPr/>
          </p:nvSpPr>
          <p:spPr>
            <a:xfrm>
              <a:off x="441198" y="650558"/>
              <a:ext cx="38612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오사카 전시회 개요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4162" y="2602230"/>
            <a:ext cx="316451" cy="3371088"/>
            <a:chOff x="534162" y="2602230"/>
            <a:chExt cx="316451" cy="3371088"/>
          </a:xfrm>
        </p:grpSpPr>
        <p:sp>
          <p:nvSpPr>
            <p:cNvPr id="6" name="TextBox 6"/>
            <p:cNvSpPr txBox="1"/>
            <p:nvPr/>
          </p:nvSpPr>
          <p:spPr>
            <a:xfrm>
              <a:off x="534162" y="260223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97AFE4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4162" y="393573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97AFE4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4162" y="526923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97AFE4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24000" y="1657350"/>
            <a:ext cx="10210800" cy="4486275"/>
            <a:chOff x="1524000" y="1657350"/>
            <a:chExt cx="10210800" cy="4486275"/>
          </a:xfrm>
        </p:grpSpPr>
        <p:sp>
          <p:nvSpPr>
            <p:cNvPr id="10" name="Rectangle 10"/>
            <p:cNvSpPr/>
            <p:nvPr/>
          </p:nvSpPr>
          <p:spPr>
            <a:xfrm>
              <a:off x="1524000" y="1657350"/>
              <a:ext cx="10210800" cy="476250"/>
            </a:xfrm>
            <a:prstGeom prst="rect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524000" y="2800350"/>
              <a:ext cx="10210800" cy="6667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524000" y="4133850"/>
              <a:ext cx="10210800" cy="6667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24000" y="5467350"/>
              <a:ext cx="10210800" cy="6667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3371850" y="16573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21336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524000" y="280035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524000" y="34671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524000" y="413385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524000" y="48006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524000" y="546735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524000" y="61341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24406" y="17868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항목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3206" y="17868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4406" y="2396490"/>
              <a:ext cx="1112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전시회 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3206" y="2396490"/>
              <a:ext cx="3132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ものづくりワールド [大阪] (제29회)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24406" y="30632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주최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3206" y="3063240"/>
              <a:ext cx="21155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RX Japan 합동회사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24406" y="3729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장소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3206" y="3729990"/>
              <a:ext cx="33129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인텍스오사카 (INTEX Osaka)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24406" y="4396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기간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3206" y="4396740"/>
              <a:ext cx="35318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2026. 10. 7.(수) ~ 10. 9.(금)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24406" y="50634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규모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3206" y="50634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약 1,000개사 출전 예정 / 방문객 약 31,000명 예정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24406" y="5730240"/>
              <a:ext cx="1112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주요 구성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3206" y="5730240"/>
              <a:ext cx="4016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서브 전시회 포함 자동화 산업 전시회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441198" y="650558"/>
            <a:ext cx="11293602" cy="673417"/>
            <a:chOff x="441198" y="650558"/>
            <a:chExt cx="11293602" cy="673417"/>
          </a:xfrm>
        </p:grpSpPr>
        <p:sp>
          <p:nvSpPr>
            <p:cNvPr id="3" name="TextBox 3"/>
            <p:cNvSpPr txBox="1"/>
            <p:nvPr/>
          </p:nvSpPr>
          <p:spPr>
            <a:xfrm>
              <a:off x="441198" y="650558"/>
              <a:ext cx="60429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전시회 출장 목적 및 기대 효과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1312" y="2240280"/>
            <a:ext cx="11143488" cy="817245"/>
            <a:chOff x="591312" y="2240280"/>
            <a:chExt cx="11143488" cy="817245"/>
          </a:xfrm>
        </p:grpSpPr>
        <p:sp>
          <p:nvSpPr>
            <p:cNvPr id="6" name="TextBox 6"/>
            <p:cNvSpPr txBox="1"/>
            <p:nvPr/>
          </p:nvSpPr>
          <p:spPr>
            <a:xfrm>
              <a:off x="591312" y="224028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3070" y="2328862"/>
              <a:ext cx="55355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유통 구조 파악 , 파트너 발굴 , 시장조사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714500" y="304800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0" y="0"/>
                  </a:moveTo>
                  <a:lnTo>
                    <a:pt x="100203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91312" y="3669030"/>
            <a:ext cx="11143488" cy="817245"/>
            <a:chOff x="591312" y="3669030"/>
            <a:chExt cx="11143488" cy="817245"/>
          </a:xfrm>
        </p:grpSpPr>
        <p:sp>
          <p:nvSpPr>
            <p:cNvPr id="10" name="TextBox 10"/>
            <p:cNvSpPr txBox="1"/>
            <p:nvPr/>
          </p:nvSpPr>
          <p:spPr>
            <a:xfrm>
              <a:off x="591312" y="366903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3070" y="3757612"/>
              <a:ext cx="536895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신규 고객 확대 , 시장성 높은 분야 확인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447675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0" y="0"/>
                  </a:moveTo>
                  <a:lnTo>
                    <a:pt x="100203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1312" y="5097780"/>
            <a:ext cx="11143488" cy="817245"/>
            <a:chOff x="591312" y="5097780"/>
            <a:chExt cx="11143488" cy="817245"/>
          </a:xfrm>
        </p:grpSpPr>
        <p:sp>
          <p:nvSpPr>
            <p:cNvPr id="14" name="TextBox 14"/>
            <p:cNvSpPr txBox="1"/>
            <p:nvPr/>
          </p:nvSpPr>
          <p:spPr>
            <a:xfrm>
              <a:off x="591312" y="509778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3070" y="5186362"/>
              <a:ext cx="50206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기타 경쟁사 전시회 출품 리스트 확인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14500" y="590550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0" y="0"/>
                  </a:moveTo>
                  <a:lnTo>
                    <a:pt x="100203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441198" y="311468"/>
            <a:ext cx="11293602" cy="1012507"/>
            <a:chOff x="441198" y="311468"/>
            <a:chExt cx="11293602" cy="1012507"/>
          </a:xfrm>
        </p:grpSpPr>
        <p:sp>
          <p:nvSpPr>
            <p:cNvPr id="3" name="TextBox 3"/>
            <p:cNvSpPr txBox="1"/>
            <p:nvPr/>
          </p:nvSpPr>
          <p:spPr>
            <a:xfrm>
              <a:off x="450342" y="31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4C5345"/>
                  </a:solidFill>
                  <a:latin typeface="Pretendard"/>
                  <a:ea typeface="Pretendard"/>
                  <a:cs typeface="Pretendard"/>
                </a:rPr>
                <a:t>프로젝트 배경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50558"/>
              <a:ext cx="29706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출장 일정 요약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57200" y="1657350"/>
            <a:ext cx="5449310" cy="4029075"/>
            <a:chOff x="457200" y="1657350"/>
            <a:chExt cx="5449310" cy="4029075"/>
          </a:xfrm>
        </p:grpSpPr>
        <p:sp>
          <p:nvSpPr>
            <p:cNvPr id="7" name="Rectangle 7"/>
            <p:cNvSpPr/>
            <p:nvPr/>
          </p:nvSpPr>
          <p:spPr>
            <a:xfrm>
              <a:off x="457200" y="1657350"/>
              <a:ext cx="5410200" cy="666750"/>
            </a:xfrm>
            <a:prstGeom prst="rect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3162300"/>
              <a:ext cx="5410200" cy="8382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4838700"/>
              <a:ext cx="5410200" cy="8382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924050" y="1657350"/>
              <a:ext cx="9525" cy="4019550"/>
            </a:xfrm>
            <a:custGeom>
              <a:avLst/>
              <a:gdLst/>
              <a:ahLst/>
              <a:cxnLst/>
              <a:rect l="l" t="t" r="r" b="b"/>
              <a:pathLst>
                <a:path w="9525" h="4019550">
                  <a:moveTo>
                    <a:pt x="0" y="0"/>
                  </a:moveTo>
                  <a:lnTo>
                    <a:pt x="0" y="401955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29050" y="1657350"/>
              <a:ext cx="9525" cy="4019550"/>
            </a:xfrm>
            <a:custGeom>
              <a:avLst/>
              <a:gdLst/>
              <a:ahLst/>
              <a:cxnLst/>
              <a:rect l="l" t="t" r="r" b="b"/>
              <a:pathLst>
                <a:path w="9525" h="4019550">
                  <a:moveTo>
                    <a:pt x="0" y="0"/>
                  </a:moveTo>
                  <a:lnTo>
                    <a:pt x="0" y="401955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57200" y="23241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" y="31623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" y="40005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57200" y="48387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56769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2356" y="1882140"/>
              <a:ext cx="1417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2026-10-07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86356" y="188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1356" y="188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4642" y="265461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09:35 ~11:20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6356" y="2606040"/>
              <a:ext cx="18598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오사카 공항 도착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3642" y="2654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입국수속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4642" y="34928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11:20~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86356" y="3348990"/>
              <a:ext cx="129844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숙소 출발 및 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점심 식사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4642" y="433101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13:30~16:30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6356" y="4282440"/>
              <a:ext cx="1302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전시회 참관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3642" y="43310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전시회 17시 종료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4642" y="51692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17:00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86356" y="5120640"/>
              <a:ext cx="106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숙소 복귀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3642" y="51692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전시회장 도보 5분 거리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324600" y="1657350"/>
            <a:ext cx="5410200" cy="4105275"/>
            <a:chOff x="6324600" y="1657350"/>
            <a:chExt cx="5410200" cy="4105275"/>
          </a:xfrm>
        </p:grpSpPr>
        <p:sp>
          <p:nvSpPr>
            <p:cNvPr id="32" name="Rectangle 32"/>
            <p:cNvSpPr/>
            <p:nvPr/>
          </p:nvSpPr>
          <p:spPr>
            <a:xfrm>
              <a:off x="6324600" y="1657350"/>
              <a:ext cx="5410200" cy="666750"/>
            </a:xfrm>
            <a:prstGeom prst="rect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24600" y="3009900"/>
              <a:ext cx="5410200" cy="6858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24600" y="4381500"/>
              <a:ext cx="5410200" cy="6858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7791450" y="16573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696450" y="16573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324600" y="23241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324600" y="30099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6324600" y="36957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324600" y="43815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6324600" y="50673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6324600" y="57531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29756" y="1882140"/>
              <a:ext cx="1417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2026-10-08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3756" y="188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58756" y="188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32042" y="25593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10:00~12:00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53756" y="2510790"/>
              <a:ext cx="1302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전시회 참관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32042" y="32451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12:00~13:00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53756" y="3196590"/>
              <a:ext cx="106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점심 식사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2042" y="39309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13:00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53756" y="3882390"/>
              <a:ext cx="106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공항 출발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2042" y="46167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14:00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53756" y="4568190"/>
              <a:ext cx="106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공항 도착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32042" y="53025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16:05~18:05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53756" y="52539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인천공항 도착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441198" y="311468"/>
            <a:ext cx="11293602" cy="1012507"/>
            <a:chOff x="441198" y="311468"/>
            <a:chExt cx="11293602" cy="1012507"/>
          </a:xfrm>
        </p:grpSpPr>
        <p:sp>
          <p:nvSpPr>
            <p:cNvPr id="3" name="TextBox 3"/>
            <p:cNvSpPr txBox="1"/>
            <p:nvPr/>
          </p:nvSpPr>
          <p:spPr>
            <a:xfrm>
              <a:off x="450342" y="31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4C5345"/>
                  </a:solidFill>
                  <a:latin typeface="Pretendard"/>
                  <a:ea typeface="Pretendard"/>
                  <a:cs typeface="Pretendard"/>
                </a:rPr>
                <a:t>프로젝트 배경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50558"/>
              <a:ext cx="29706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주요 참가 회사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7200" y="1977390"/>
            <a:ext cx="11277600" cy="508635"/>
            <a:chOff x="457200" y="1977390"/>
            <a:chExt cx="11277600" cy="508635"/>
          </a:xfrm>
        </p:grpSpPr>
        <p:sp>
          <p:nvSpPr>
            <p:cNvPr id="7" name="Ellipse 7"/>
            <p:cNvSpPr/>
            <p:nvPr/>
          </p:nvSpPr>
          <p:spPr>
            <a:xfrm>
              <a:off x="457200" y="2066925"/>
              <a:ext cx="76200" cy="76200"/>
            </a:xfrm>
            <a:prstGeom prst="ellipse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4756" y="1977390"/>
              <a:ext cx="56884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세기비즈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( 전원분배기 및 각종 푸쉬버튼 박스 출품)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23900" y="24765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57200" y="2834640"/>
            <a:ext cx="11277600" cy="508635"/>
            <a:chOff x="457200" y="2834640"/>
            <a:chExt cx="11277600" cy="508635"/>
          </a:xfrm>
        </p:grpSpPr>
        <p:sp>
          <p:nvSpPr>
            <p:cNvPr id="11" name="Ellipse 11"/>
            <p:cNvSpPr/>
            <p:nvPr/>
          </p:nvSpPr>
          <p:spPr>
            <a:xfrm>
              <a:off x="457200" y="2924175"/>
              <a:ext cx="76200" cy="76200"/>
            </a:xfrm>
            <a:prstGeom prst="ellipse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4756" y="2834640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키엔스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(AI 네비게이션 출품)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23900" y="333375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57200" y="3691890"/>
            <a:ext cx="11277600" cy="508635"/>
            <a:chOff x="457200" y="3691890"/>
            <a:chExt cx="11277600" cy="508635"/>
          </a:xfrm>
        </p:grpSpPr>
        <p:sp>
          <p:nvSpPr>
            <p:cNvPr id="15" name="Ellipse 15"/>
            <p:cNvSpPr/>
            <p:nvPr/>
          </p:nvSpPr>
          <p:spPr>
            <a:xfrm>
              <a:off x="457200" y="3781425"/>
              <a:ext cx="76200" cy="76200"/>
            </a:xfrm>
            <a:prstGeom prst="ellipse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4756" y="3691890"/>
              <a:ext cx="6003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파나소닉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( 각종 자동화 제품 및 생산 관리시스템 출품)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" y="41910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57200" y="4549140"/>
            <a:ext cx="11277600" cy="508635"/>
            <a:chOff x="457200" y="4549140"/>
            <a:chExt cx="11277600" cy="508635"/>
          </a:xfrm>
        </p:grpSpPr>
        <p:sp>
          <p:nvSpPr>
            <p:cNvPr id="19" name="Ellipse 19"/>
            <p:cNvSpPr/>
            <p:nvPr/>
          </p:nvSpPr>
          <p:spPr>
            <a:xfrm>
              <a:off x="457200" y="4638675"/>
              <a:ext cx="76200" cy="76200"/>
            </a:xfrm>
            <a:prstGeom prst="ellipse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4756" y="4549140"/>
              <a:ext cx="4949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미스미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(각종 모터 및 센서 컨베이어 등 출품)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23900" y="504825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57200" y="5406390"/>
            <a:ext cx="11277600" cy="508635"/>
            <a:chOff x="457200" y="5406390"/>
            <a:chExt cx="11277600" cy="508635"/>
          </a:xfrm>
        </p:grpSpPr>
        <p:sp>
          <p:nvSpPr>
            <p:cNvPr id="23" name="Ellipse 23"/>
            <p:cNvSpPr/>
            <p:nvPr/>
          </p:nvSpPr>
          <p:spPr>
            <a:xfrm>
              <a:off x="457200" y="5495925"/>
              <a:ext cx="76200" cy="76200"/>
            </a:xfrm>
            <a:prstGeom prst="ellipse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4756" y="5406390"/>
              <a:ext cx="779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각종 온도 관련 장비 부품 &amp; 의료기기 &amp; 측정장비 &amp; 물류 &amp; 유통업체 참가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23900" y="59055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441198" y="311468"/>
            <a:ext cx="11293602" cy="1012507"/>
            <a:chOff x="441198" y="311468"/>
            <a:chExt cx="11293602" cy="1012507"/>
          </a:xfrm>
        </p:grpSpPr>
        <p:sp>
          <p:nvSpPr>
            <p:cNvPr id="3" name="TextBox 3"/>
            <p:cNvSpPr txBox="1"/>
            <p:nvPr/>
          </p:nvSpPr>
          <p:spPr>
            <a:xfrm>
              <a:off x="450342" y="31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4C5345"/>
                  </a:solidFill>
                  <a:latin typeface="Pretendard"/>
                  <a:ea typeface="Pretendard"/>
                  <a:cs typeface="Pretendard"/>
                </a:rPr>
                <a:t>프로젝트 배경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50558"/>
              <a:ext cx="34159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전시회 주요 사진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7200" y="2209800"/>
            <a:ext cx="5410200" cy="3086100"/>
            <a:chOff x="457200" y="2209800"/>
            <a:chExt cx="5410200" cy="30861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09800"/>
              <a:ext cx="5410200" cy="30861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172200" y="1809750"/>
            <a:ext cx="2705100" cy="3476625"/>
            <a:chOff x="6172200" y="1809750"/>
            <a:chExt cx="2705100" cy="34766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2200" y="1809750"/>
              <a:ext cx="2705100" cy="3476625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9182100" y="1809750"/>
            <a:ext cx="2552700" cy="3362325"/>
            <a:chOff x="9182100" y="1809750"/>
            <a:chExt cx="2552700" cy="3362325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82100" y="1809750"/>
              <a:ext cx="2552700" cy="3362325"/>
            </a:xfrm>
            <a:prstGeom prst="rect">
              <a:avLst/>
            </a:prstGeom>
          </p:spPr>
        </p:pic>
      </p:grpSp>
      <p:sp>
        <p:nvSpPr>
          <p:cNvPr id="13" name="Line 13"/>
          <p:cNvSpPr/>
          <p:nvPr/>
        </p:nvSpPr>
        <p:spPr>
          <a:xfrm>
            <a:off x="457200" y="59055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97AFE4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441198" y="311468"/>
            <a:ext cx="11293602" cy="1012507"/>
            <a:chOff x="441198" y="311468"/>
            <a:chExt cx="11293602" cy="1012507"/>
          </a:xfrm>
        </p:grpSpPr>
        <p:sp>
          <p:nvSpPr>
            <p:cNvPr id="3" name="TextBox 3"/>
            <p:cNvSpPr txBox="1"/>
            <p:nvPr/>
          </p:nvSpPr>
          <p:spPr>
            <a:xfrm>
              <a:off x="450342" y="31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4C5345"/>
                  </a:solidFill>
                  <a:latin typeface="Pretendard"/>
                  <a:ea typeface="Pretendard"/>
                  <a:cs typeface="Pretendard"/>
                </a:rPr>
                <a:t>프로젝트 배경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50558"/>
              <a:ext cx="29706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주요 업체 정리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457200" y="1657350"/>
            <a:ext cx="11277600" cy="4810125"/>
            <a:chOff x="457200" y="1657350"/>
            <a:chExt cx="11277600" cy="4810125"/>
          </a:xfrm>
        </p:grpSpPr>
        <p:sp>
          <p:nvSpPr>
            <p:cNvPr id="7" name="Rectangle 7"/>
            <p:cNvSpPr/>
            <p:nvPr/>
          </p:nvSpPr>
          <p:spPr>
            <a:xfrm>
              <a:off x="457200" y="1657350"/>
              <a:ext cx="11277600" cy="381000"/>
            </a:xfrm>
            <a:prstGeom prst="rect">
              <a:avLst/>
            </a:prstGeom>
            <a:solidFill>
              <a:srgbClr val="4F77C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231457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286702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7200" y="341947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397192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452437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57200" y="507682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562927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7200" y="6181725"/>
              <a:ext cx="11277600" cy="2762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3619500" y="1657350"/>
              <a:ext cx="9525" cy="4800600"/>
            </a:xfrm>
            <a:custGeom>
              <a:avLst/>
              <a:gdLst/>
              <a:ahLst/>
              <a:cxnLst/>
              <a:rect l="l" t="t" r="r" b="b"/>
              <a:pathLst>
                <a:path w="9525"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343650" y="1657350"/>
              <a:ext cx="9525" cy="4800600"/>
            </a:xfrm>
            <a:custGeom>
              <a:avLst/>
              <a:gdLst/>
              <a:ahLst/>
              <a:cxnLst/>
              <a:rect l="l" t="t" r="r" b="b"/>
              <a:pathLst>
                <a:path w="9525"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963150" y="1657350"/>
              <a:ext cx="9525" cy="4800600"/>
            </a:xfrm>
            <a:custGeom>
              <a:avLst/>
              <a:gdLst/>
              <a:ahLst/>
              <a:cxnLst/>
              <a:rect l="l" t="t" r="r" b="b"/>
              <a:pathLst>
                <a:path w="9525"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57200" y="20383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57200" y="231457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57200" y="25908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57200" y="28670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57200" y="3143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57200" y="341947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7200" y="3695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39719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57200" y="4248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57200" y="452437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57200" y="4800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57200" y="50768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57200" y="53530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562927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57200" y="5905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57200" y="61817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57200" y="64579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5715">
              <a:solidFill>
                <a:srgbClr val="97AFE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4642" y="174974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업체명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26942" y="17497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업종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1092" y="1749742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담당자/메일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70592" y="17497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5404" y="2013585"/>
              <a:ext cx="1744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MECHATROLINK (일본)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27704" y="2013585"/>
              <a:ext cx="2467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산업용 통신 네트워크 솔루션 제공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1854" y="2013585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mma@mechatrolink.org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5404" y="2289810"/>
              <a:ext cx="193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GOTO ELECTRICAL(중국)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27704" y="2289810"/>
              <a:ext cx="2144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스위치 및 각종 신호기기 제조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1854" y="2289810"/>
              <a:ext cx="1761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SALES@GKSWITCH.COM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5404" y="2566035"/>
              <a:ext cx="1394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JEICO(한국 부산)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27704" y="25660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호이스트 제조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51854" y="2566035"/>
              <a:ext cx="1563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overseas@jeico.com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5404" y="2842260"/>
              <a:ext cx="246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KUNWOO Machinery (한국 대구)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27704" y="28422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산업용 기계 (철근 가공기계)제조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51854" y="284226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kunwoo@kunwoo.com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5404" y="3118485"/>
              <a:ext cx="2012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Sinpro Electronics (대만)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27704" y="3118485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컨버터 및 충전기 제조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51854" y="3118485"/>
              <a:ext cx="134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ISE@SINPRO.COM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5404" y="3394710"/>
              <a:ext cx="2037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Watty Corporation (일본)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27704" y="33947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각종 센서류 제조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1854" y="3394710"/>
              <a:ext cx="1385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info@watty.co.jp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5404" y="3670935"/>
              <a:ext cx="178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Kyokko Electric (일본)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27704" y="3670935"/>
              <a:ext cx="1684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IOT 기기 및 센서 제조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1854" y="3670935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info@kyokko.co.jp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404" y="3947160"/>
              <a:ext cx="111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ZETIAN (중국)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27704" y="3947160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금속 가공 장비 제조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51854" y="39471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zetian@zetianyiniu.cn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5404" y="4223385"/>
              <a:ext cx="1958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HIRO ENGINEERING (일본)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727704" y="4223385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산업기계·자동화 설비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51854" y="4223385"/>
              <a:ext cx="2956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TOMIONOS@HIRO-ENGINEERING.CO.JP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71354" y="4223385"/>
              <a:ext cx="1497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후지전기 CP 사용중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5404" y="4499610"/>
              <a:ext cx="1715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Oriental Motor(일본)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27704" y="44996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산업용 모터 제조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51854" y="4499610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overseas@orientalmotor.co.jp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71354" y="4499610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모터 드라이버 제조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5404" y="4775835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SANYO DENKI(일본)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727704" y="4775835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산업용 모터, 드라이버, 모션 제어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51854" y="4775835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pr@sanyodenki.com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65404" y="505206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세기비즈(한국)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727704" y="5052060"/>
              <a:ext cx="193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정션박스 및 전원분배기 등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51854" y="505206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segielt7@segibiz.co.kr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5404" y="5328285"/>
              <a:ext cx="3229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SAKAE ELECTRONICS CORPORATION(일본)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727704" y="5328285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전자부품 전문 상사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51854" y="5328285"/>
              <a:ext cx="231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sakae.net@sakae-denshi.com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5404" y="5604510"/>
              <a:ext cx="1697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Satori Electric(일본)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727704" y="5604510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전자부품 전문 상사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51854" y="56045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info@satokin.co.jp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65404" y="5880735"/>
              <a:ext cx="2256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HI-LEX CORPORATION (일본)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727704" y="588073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케이블 및 센서 제조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51854" y="5880735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webmgr@hi-lex.co.jp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65404" y="6156960"/>
              <a:ext cx="2811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SAKAGUCHI ELECTRIC HEATERS(일본)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727704" y="6156960"/>
              <a:ext cx="2144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산업용 전기 히터 및 온도센서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51854" y="61569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sales@sakaguchi.com</a:t>
              </a:r>
            </a:p>
          </p:txBody>
        </p:sp>
      </p:grpSp>
      <p:sp>
        <p:nvSpPr>
          <p:cNvPr id="91" name="Line 91"/>
          <p:cNvSpPr/>
          <p:nvPr/>
        </p:nvSpPr>
        <p:spPr>
          <a:xfrm>
            <a:off x="457200" y="66294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97AFE4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905000" cy="52863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441198" y="311468"/>
            <a:ext cx="11293602" cy="1012507"/>
            <a:chOff x="441198" y="311468"/>
            <a:chExt cx="11293602" cy="1012507"/>
          </a:xfrm>
        </p:grpSpPr>
        <p:sp>
          <p:nvSpPr>
            <p:cNvPr id="3" name="TextBox 3"/>
            <p:cNvSpPr txBox="1"/>
            <p:nvPr/>
          </p:nvSpPr>
          <p:spPr>
            <a:xfrm>
              <a:off x="450342" y="31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4C5345"/>
                  </a:solidFill>
                  <a:latin typeface="Pretendard"/>
                  <a:ea typeface="Pretendard"/>
                  <a:cs typeface="Pretendard"/>
                </a:rPr>
                <a:t>프로젝트 배경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50558"/>
              <a:ext cx="29706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출장 최종 보고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14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8932" y="1583055"/>
            <a:ext cx="11554054" cy="1756029"/>
            <a:chOff x="598932" y="1583055"/>
            <a:chExt cx="11554054" cy="1756029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583055"/>
              <a:ext cx="12977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출장 종합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1977390"/>
              <a:ext cx="745921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- Manufacturing World Osaka 2026 참관을 통해 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일본 제조업 및 산업자동화 분야의 시장 동향과 관련 제품 현황을 파악함.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2644140"/>
              <a:ext cx="115525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전시 참가업체의 주요 취급 품목 및 사업 분야를 조사하고, 당사 제품과 연계 가능한 잠재 거래처를 검토함.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987040"/>
              <a:ext cx="717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향후 일본 시장 진출 및 해외 영업 확대를 위한 기초자료를 확보함.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932" y="3429000"/>
            <a:ext cx="11135868" cy="1757934"/>
            <a:chOff x="598932" y="3429000"/>
            <a:chExt cx="11135868" cy="1757934"/>
          </a:xfrm>
        </p:grpSpPr>
        <p:sp>
          <p:nvSpPr>
            <p:cNvPr id="12" name="Line 12"/>
            <p:cNvSpPr/>
            <p:nvPr/>
          </p:nvSpPr>
          <p:spPr>
            <a:xfrm>
              <a:off x="609600" y="3429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3469005"/>
              <a:ext cx="17133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2. 향후 계획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456" y="3863340"/>
              <a:ext cx="10110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- 방문 업체 및 전시회 참가 목록 서칭 후 대표 메일 혹은 담당자 메일로 카콘 회사소개서 송부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4206240"/>
              <a:ext cx="593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일본 산업자동화 시장 및 경쟁사 동향 지속적 모니터링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4549140"/>
              <a:ext cx="717346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 전시회 규모, 참가업체 구성, 전시 품목 및 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부스 운영 형태 등을 파악하여 당사 참가 시 활용 가능한 기초자료 확보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8932" y="5276850"/>
            <a:ext cx="11135868" cy="1415034"/>
            <a:chOff x="598932" y="5276850"/>
            <a:chExt cx="11135868" cy="1415034"/>
          </a:xfrm>
        </p:grpSpPr>
        <p:sp>
          <p:nvSpPr>
            <p:cNvPr id="18" name="Line 18"/>
            <p:cNvSpPr/>
            <p:nvPr/>
          </p:nvSpPr>
          <p:spPr>
            <a:xfrm>
              <a:off x="609600" y="5276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97AFE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8932" y="5316855"/>
              <a:ext cx="17133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F77CF"/>
                  </a:solidFill>
                  <a:latin typeface="Pretendard"/>
                  <a:ea typeface="Pretendard"/>
                  <a:cs typeface="Pretendard"/>
                </a:rPr>
                <a:t>3. 종합 의견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5768340"/>
              <a:ext cx="10808208" cy="9235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- 금번 출장을 통해 일본 제조업 및 산업자동화 시장에 대한 이해를 높이고, 당사 제품의 신규 영업 기회를 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 xml:space="preserve">검토할 수 있는 기초자료를 확보함. 향후 발굴 업체에 대한 지속적인 후속 관리와 제품 제안을 통해 </a:t>
              </a:r>
              <a:r>
                <a:rPr lang="ko-KR" sz="1800" dirty="0">
                  <a:solidFill>
                    <a:srgbClr val="000000"/>
                  </a:solidFill>
                  <a:latin typeface="Pretendard"/>
                  <a:ea typeface="Pretendard"/>
                  <a:cs typeface="Pretendard"/>
                </a:rPr>
                <a:t>신규 거래처 확보 및 해외 매출 확대를 추진하고자 함.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2026-10-13T08:53:48Z</dcterms:created>
  <dcterms:modified xsi:type="dcterms:W3CDTF">2026-10-13T08:53:48Z</dcterms:modified>
  <cp:category/>
  <cp:contentStatus/>
</cp:coreProperties>
</file>